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0F1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3B0F1A"/>
                </a:solidFill>
                <a:latin typeface="Calibri"/>
              </a:rPr>
              <a:t>Minutes of video and screen kept per candidate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 recorded</c:v>
                </c:pt>
              </c:strCache>
            </c:strRef>
          </c:tx>
          <c:spPr>
            <a:solidFill>
              <a:srgbClr val="8C1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B0F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1D3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B0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Camera proctoring</c:v>
                  </c:pt>
                  <c:pt idx="1">
                    <c:v>With Nazih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3B0F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6D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4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E6D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Nazih means fair. Open by asking the room how they would feel about camera proctoring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this market sells surveillance and calls it integrity. That framing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 data and a better catch. That pair is the whole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oversell this. The honest boundary is why a university lawyer will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is the one students will love. It defends them as often as it catches anyone.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on Demand here is prevention, not a fix. It stops the drop before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the student their own checks is a feature no proctoring vendor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line three on both sides. Same attack, opposite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zero column is the slide. Let it sit in silence for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one is the honest limit. State it before a judge finds it and you gain, not 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different people inside the school want this for three different reasons. Name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line and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8C1D31">
              <a:alpha val="55000"/>
            </a:srgbClr>
          </a:solidFill>
          <a:ln w="12700">
            <a:solidFill>
              <a:srgbClr val="8C1D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E0B04A">
              <a:alpha val="30000"/>
            </a:srgbClr>
          </a:solidFill>
          <a:ln w="12700">
            <a:solidFill>
              <a:srgbClr val="E0B04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IGNITE HACKATHON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Nazih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E8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protects an online exam using the mobile network, with no camera in the room and no recording of the screen.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6035040" cy="566928"/>
          </a:xfrm>
          <a:prstGeom prst="roundRect">
            <a:avLst>
              <a:gd name="adj" fmla="val 48387"/>
            </a:avLst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7   Open Innovation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GSMA Open Gateway CAMARA APIs and Nokia Network as Code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watch the wrong thing and we still miss the cheat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C1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hours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6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video and screen recorded from a student bedroom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864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724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C1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face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8724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6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watched, while the real cheat sits in another city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292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152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C1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drop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5152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6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treated as guilt, so honest students lose the exam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502152"/>
            <a:ext cx="201168" cy="2011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429000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and certification bodies across the region moved exams online. The answer they were sold was software that watches the camera, the screen and the face.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4160520"/>
            <a:ext cx="201168" cy="2011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087368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hate it. Face checking works badly in poor light and for some students, and privacy rules in several countries make the whole approach hard to defend.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818888"/>
            <a:ext cx="201168" cy="2011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745736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the biggest cheat is not visible on camera at all. It is a different person sitting the exam, or the candidate leaving the room they declared.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5477256"/>
            <a:ext cx="201168" cy="2011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5404104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a connection drops, nobody can tell a real network failure from a student pulling the cable, so honest people are punished for their own coverage.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line is the seat, not the camera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person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confirms the candidate own line at the start and again at random moments. A photo cannot pass that check.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4672" y="197510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444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declared room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467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yes or no question about the address the student themselves gave. No camera, no screen, no recording of anything.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292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8952" y="197510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872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drop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895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and congestion tell the board whether the network failed or the student did, so nobody is punished for coverage.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10972800" cy="1417320"/>
          </a:xfrm>
          <a:prstGeom prst="roundRect">
            <a:avLst>
              <a:gd name="adj" fmla="val 7742"/>
            </a:avLst>
          </a:prstGeom>
          <a:solidFill>
            <a:srgbClr val="3B0F1A"/>
          </a:solidFill>
          <a:ln w="12700">
            <a:solidFill>
              <a:srgbClr val="3B0F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69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for the judges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389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Proctoring software collects hours of a student private life to catch a cheat it cannot see. Nazih collects a handful of yes or no answers and catches the one that matters most.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5486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6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layer is built only with the tools listed in the official Resource and Tooling Guide.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AND DO NOT CLAIM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boundary makes this usable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catch the remote proxy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expert in another city sitting the exam is the biggest and cheapest attack. The line and the address kill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3154680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1363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catch the handover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4107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 or device change during an exam window is the clearest sign the session changed hands.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4526280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5079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see the room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7823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person sitting beside the candidate is not something we can find, and we say so in every meeting.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202082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happens to high stakes exams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19672" y="2441448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final medical board, a school still adds a short live human check. Nazih removes the need for two hours of recording, not the need for judgement.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02336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426110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42428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is still a big win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9672" y="4681728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exams are not medical boards. Weekly tests, professional certificates and language exams carry the same surveillance cost today for far lower stakes.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 decides, step by step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is booked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declares the address where they will sit and agrees to the checks for that window only.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3108960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09067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opens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36499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confirms the line on the phone and asks one question about the declared address.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4434840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41655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samples, it does not stream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69087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exam the agent checks a few times at random moments. Nothing is recorded in between.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22008" y="176479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moves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22008" y="203911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change or a jump out of the declared area is written down with the exact time.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108960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22008" y="309067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breaks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22008" y="336499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reachability and congestion and writes whether the network or the student caused it.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434840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22008" y="441655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reads a page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22008" y="469087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short report with the evidence. A person decides. The agent never fails anybody by itself.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3492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gathers evidence and explains it. Only a human ever decides that a student cheated.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APIS ON NOKIA NETWORK AS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network signals across one exam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Verification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the exam session to the candidate own line, with no code to type.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757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73602" y="197510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0337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Verification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7360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yes or no about the address the student declared. No track is built.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078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6812" y="197510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658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Swap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681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number moving to another phone during the exam window.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6399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0022" y="197510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979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Swap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2002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number moving to another SIM in the days before the exam.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3959352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Reachability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039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 real loss of signal from a session the student closed.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1757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73602" y="3959352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0337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Insights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67360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whether the whole area was struggling at that exact minute.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4078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6812" y="3959352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658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on Demand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9681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bandwidth for the exam session so it does not drop in the first place.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06399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0022" y="3959352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4979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Roaming Status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32002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wired yet. The next signal to add, for a candidate who booked at home and sat the exam abroad.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9436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6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are wired in the working prototype and roaming is the next one. 7 scenarios, all reaching the outcome they claim, at 69.2% less than calling every check.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 in the exam platform, one short report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platform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8952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booking, the start and the end of each candidate session.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04388" y="2647188"/>
            <a:ext cx="274320" cy="237744"/>
          </a:xfrm>
          <a:prstGeom prst="rightArrow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3572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6452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Nazih agent core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98164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the samples, reads the signals, explains a drop and writes the report.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2647188"/>
            <a:ext cx="274320" cy="237744"/>
          </a:xfrm>
          <a:prstGeom prst="rightArrow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Network as Code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37376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quotas, consent tokens and the simulator numbers for the demo.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82812" y="2647188"/>
            <a:ext cx="274320" cy="237744"/>
          </a:xfrm>
          <a:prstGeom prst="rightArrow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11996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4876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APIs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76588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location, device, SIM, reachability, congestion and quality.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0682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stored that is not needed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5039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the yes or no answers, the times and the report. No video, no screen, no images of anyone.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5864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4672" y="430682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444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can see it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61467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made during their exam is shown to them afterwards, which is the opposite of hidden watching.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2292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78952" y="430682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0872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demo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7895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numbers play an honest sitting, a proxy in another city and a real network drop.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far less, and still catch more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6F3F3"/>
          </a:solidFill>
          <a:ln w="12700">
            <a:solidFill>
              <a:srgbClr val="F6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6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proctoring today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587752"/>
            <a:ext cx="201168" cy="2011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2514600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a bedroom recorded and stored somewhere.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300984"/>
            <a:ext cx="201168" cy="2011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3227832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 check that fails in poor light and hurts trust.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014216"/>
            <a:ext cx="201168" cy="2011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3941064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remote proxy is invisible to all of it.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727448"/>
            <a:ext cx="201168" cy="2011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4654296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looks like guilt and the student pays for 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3B0F1A"/>
          </a:solidFill>
          <a:ln w="12700">
            <a:solidFill>
              <a:srgbClr val="3B0F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integrity with Nazih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83680" y="2587752"/>
            <a:ext cx="182880" cy="18288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25146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yes or no answers and nothing else kept.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0" y="3300984"/>
            <a:ext cx="182880" cy="18288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32278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and the address, which a photo cannot fake.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0" y="4014216"/>
            <a:ext cx="182880" cy="18288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394106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remote proxy is exactly what this design catches.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727448"/>
            <a:ext cx="182880" cy="18288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465429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is explained by the network, not by the student.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integrity for a fraction of the intrusion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6035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830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05472" y="202082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20025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205472" y="24414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in the bedroom, and a network record that defends them when the line really did fail.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31546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05472" y="339242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3374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schools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205472" y="38130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cheaper seat than a proctored one, and an answer for the privacy officer that actually holds.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49440" y="45262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05472" y="476402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47457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region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205472" y="51846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fits professional certificates, language tests and government recruitment exams.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9436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6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 is real. We keep no video and no screen at all. The rest of the model is shown in the demo.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hard questions, answered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5740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is not the computer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377440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True. We prove the candidate is at the declared address, not that the room is empty. We say this plainly and pair it with a short human check for the highest stakes.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0780" y="1874520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6812" y="205740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helper in the same room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6812" y="2377440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solve that alone. We remove the cheapest and most common attack, which is a paid expert sitting somewhere else entirely.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547872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7307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no mobile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4050792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board offers a test centre seat. A network check must never become the reason a student cannot sit an exam.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3547872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6812" y="37307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6812" y="4050792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collect a few yes or no answers about an address the student chose and declared. That is a far smaller ask than two hours of video from a bedroom.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price per exam sitting, below a proctored seat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certification bodies and training providers pay per sitting, and a proctored seat already costs them more.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4672" y="197510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444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switch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467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officer wants less data, the finance office wants a lower price and the students want the camera gone.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292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8952" y="1975104"/>
            <a:ext cx="310896" cy="310896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872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share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895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earn from every API call and gain a place inside every university in the country.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" y="3977640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959352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of the prototype phase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233672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consent, the start check and the address question on Nokia simulator numbers.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" y="4690872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672584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946904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sampling, device change alerts, the honest drop report and the one page board view.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" y="5404104"/>
            <a:ext cx="457200" cy="457200"/>
          </a:xfrm>
          <a:prstGeom prst="ellipse">
            <a:avLst/>
          </a:prstGeom>
          <a:solidFill>
            <a:srgbClr val="8C1D31"/>
          </a:solidFill>
          <a:ln w="12700">
            <a:solidFill>
              <a:srgbClr val="8C1D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5385816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hackathon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660136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pilot with a Turkish university on a low stakes course, then a certification body.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023360" cy="4023360"/>
          </a:xfrm>
          <a:prstGeom prst="ellipse">
            <a:avLst/>
          </a:prstGeom>
          <a:solidFill>
            <a:srgbClr val="8C1D31">
              <a:alpha val="50000"/>
            </a:srgbClr>
          </a:solidFill>
          <a:ln w="12700">
            <a:solidFill>
              <a:srgbClr val="8C1D3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should not have to film a student bedroom to trust an exam.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asks the network a few small questions instead, and catches the cheat a camera never sees.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Nazih</dc:title>
  <dc:subject>PptxGenJS Presentation</dc:subject>
  <dc:creator>Mert Gungor</dc:creator>
  <cp:lastModifiedBy>Mert Gungor</cp:lastModifiedBy>
  <cp:revision>1</cp:revision>
  <dcterms:created xsi:type="dcterms:W3CDTF">2026-08-23T14:53:02Z</dcterms:created>
  <dcterms:modified xsi:type="dcterms:W3CDTF">2026-08-23T14:53:02Z</dcterms:modified>
</cp:coreProperties>
</file>